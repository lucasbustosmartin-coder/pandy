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Propuesta de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800">
                <a:solidFill>
                  <a:srgbClr val="555555"/>
                </a:solidFill>
              </a:defRPr>
            </a:pPr>
            <a:r>
              <a:t>Sistema de gestión de órdenes, cajas y cuenta corriente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Confidencial · 11/03/2026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 desafío – Un solo lugar para operar con claridad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Operaciones en múltiples monedas (USD, EUR, ARS) y con intermediarios.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Necesidad de trazar cada orden desde la cotización hasta el cobro/pago.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Cajas (efectivo y banco) y cuenta corriente con clientes e intermediarios.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Equipos con distintos niveles de acceso (admin, encargado, visor).</a:t>
            </a:r>
          </a:p>
          <a:p>
            <a:pPr>
              <a:lnSpc>
                <a:spcPct val="120000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Centralizar la operación, con seguridad y sin perder el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solución – Una aplicación web a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Panel de Control con saldos por caja (efectivo/banco), variaciones y pendientes.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Órdenes con estados claros (cotización → cerrada → concertada → ejecutada) e instrumentación.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Cajas con movimientos manuales y automáticos por orden; tipos configurables.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Cuenta corriente con clientes e intermediarios; conciliación y comisiones.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Seguridad por roles y permisos granulares (vistas y acciones).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Responsive para usar en escritorio y móvil.</a:t>
            </a:r>
          </a:p>
          <a:p>
            <a:pPr>
              <a:lnSpc>
                <a:spcPct val="120000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Todo en un solo sistema, accesible desde 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Qué gana tu operación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Beneficio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Trazabilidad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Cada orden y transacción registrada y vinculada a caja y cuenta corriente.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Control por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Admin, encargado y visor ven solo lo que necesitan; permisos por vista y por acción.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Menos 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Concertación única, validaciones y mensajería clara.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Múltiples monedas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USD, EUR, ARS en cajas y cuenta corriente; tipos de operación configurables.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Uso en celular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200"/>
                      </a:pPr>
                      <a:r>
                        <a:t>Interfaz adaptable para consultas y tareas básicas en movimiento.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Alcance del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1. Setup y arquitectura – Repo, Supabase, Vercel, configuración y despliegue.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2. Autenticación y seguridad – Login, roles (Admin, Encargado, Visor), permisos y RLS.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3. UI base – Sidebar, vistas, navegación, login y registro.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4. Clientes – Alta, edición y listado con permisos.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5. Cajas – Saldos por moneda, movimientos manuales y por orden, Efectivo/Banco.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6. Órdenes – Alta, edición, estados, concertación, monedas e instrumentación.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7. Transacciones – Ingreso/egreso, intermediarios, comisiones, tipos de operación.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8. Cuenta corriente – Cliente e intermediario, conciliación y movimientos.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9. Panel de Control – Saldos, pendientes, accesos (parametrizable por rol).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10. Permisos granulares – Control por vistas y por acciones.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11. Experiencia de usuario – Toasts, confirmaciones, validaciones.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12. Responsive – Adaptación móvil, touch y buenas prácticas.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200"/>
              </a:spcAft>
              <a:defRPr sz="1200">
                <a:solidFill>
                  <a:srgbClr val="1A1A1A"/>
                </a:solidFill>
              </a:defRPr>
            </a:pPr>
            <a:r>
              <a:t>13. Documentación y despliegue continuo.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Inversión – Desarrollo por funcionalidad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000">
                <a:solidFill>
                  <a:srgbClr val="555555"/>
                </a:solidFill>
              </a:defRPr>
            </a:pPr>
            <a:r>
              <a:t>Tarifa de referencia: USD 38/h (Argentina). Fuente: Bitácora del proyecto, solapa Presupuesto.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07008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1699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Funcionalidad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Horas hombre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Importe (USD)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Setup y arquitectura (repo Supabase Vercel config)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456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Autenticación y seguridad (Auth roles permisos RLS)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912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UI base y navegación (sidebar vistas login responsive)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760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ABM Clientes (listado alta edición permisos)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304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Módulo Cajas (saldos movimientos tipos Efectivo/Banco)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912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Módulo Órdenes (CRUD estados concertación monedas)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1216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Instrumentación y transacciones (intermediarios comisiones)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1064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Cuenta corriente (cliente e intermediario conciliación)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912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Panel de Control (saldos pendientes accesos parametrizable)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608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Permisos granulares y control de vistas por 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456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Experiencia de usuario (toast confirm validaciones)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304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Responsive y adaptación móvil (touch safe area)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456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Documentación bitácora y despliegue continuo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/>
                      </a:pPr>
                      <a:r>
                        <a:t>456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 b="1"/>
                      </a:pPr>
                      <a:r>
                        <a:t>232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 b="1"/>
                      </a:pPr>
                      <a:r>
                        <a:t>8816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Reunión de alcance – Validar funcionalidades y prioridades.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Acuerdo comercial – Forma de pago (por hitos o mensual), plazos y aceptación del presupuesto.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Kick-off – Setup del repo, Supabase y primer despliegue.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Desarrollo por módulos – Entregas parciales y pruebas.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400">
                <a:solidFill>
                  <a:srgbClr val="1A1A1A"/>
                </a:solidFill>
              </a:defRPr>
            </a:pPr>
            <a:r>
              <a:t>• Puesta en producción – Dominio, variables de entorno y capacitación.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200" i="1">
                <a:solidFill>
                  <a:srgbClr val="555555"/>
                </a:solidFill>
              </a:defRPr>
            </a:pPr>
            <a:r>
              <a:t>Gracias por considerar esta propuesta. Quedamos a disposición para ajustar alcance o plazos.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555555"/>
                </a:solidFill>
              </a:defRPr>
            </a:pPr>
            <a:r>
              <a:t>Quedamos a disposición para ajustar alcance o plazos.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